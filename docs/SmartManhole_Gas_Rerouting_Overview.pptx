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Gas Rerouting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Gas rerouting from sewer systems is technically possible.</a:t>
            </a:r>
          </a:p>
          <a:p>
            <a:pPr algn="l"/>
            <a:r>
              <a:t>However, large-scale methane recovery normally happens at wastewater treatment facilities, not individual street manholes.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Sewer Gas Contains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Methane (CH₄)</a:t>
            </a:r>
          </a:p>
          <a:p>
            <a:pPr algn="l"/>
            <a:r>
              <a:t>Carbon dioxide (CO₂)</a:t>
            </a:r>
          </a:p>
          <a:p>
            <a:pPr algn="l"/>
            <a:r>
              <a:t>Hydrogen sulfide (H₂S)</a:t>
            </a:r>
          </a:p>
          <a:p>
            <a:pPr algn="l"/>
            <a:r>
              <a:t>Ammonia and other hazardous gases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Realistic For The Hackathon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Hazardous gas monitoring</a:t>
            </a:r>
          </a:p>
          <a:p>
            <a:pPr algn="l"/>
            <a:r>
              <a:t>Methane and CO₂ detection</a:t>
            </a:r>
          </a:p>
          <a:p>
            <a:pPr algn="l"/>
            <a:r>
              <a:t>Real-time safety alerts</a:t>
            </a:r>
          </a:p>
          <a:p>
            <a:pPr algn="l"/>
            <a:r>
              <a:t>Smart dashboard risk classification</a:t>
            </a:r>
          </a:p>
          <a:p>
            <a:pPr algn="l"/>
            <a:r>
              <a:t>Potential methane recovery zone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Avoid Claiming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Full methane extraction systems</a:t>
            </a:r>
          </a:p>
          <a:p>
            <a:pPr algn="l"/>
            <a:r>
              <a:t>Gas purification infrastructure</a:t>
            </a:r>
          </a:p>
          <a:p>
            <a:pPr algn="l"/>
            <a:r>
              <a:t>City-wide gas rerouting pipelines</a:t>
            </a:r>
          </a:p>
          <a:p>
            <a:pPr algn="l"/>
            <a:r>
              <a:t>Direct energy generation from street manholes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“The system’s hazardous gas monitoring may support future environmental analysis and methane recovery research opportunities.”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